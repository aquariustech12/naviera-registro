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0" r:id="rId2"/>
    <p:sldId id="259" r:id="rId3"/>
  </p:sldIdLst>
  <p:sldSz cx="9359900" cy="11520488"/>
  <p:notesSz cx="7102475" cy="93884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24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885414"/>
            <a:ext cx="7955915" cy="4010837"/>
          </a:xfrm>
        </p:spPr>
        <p:txBody>
          <a:bodyPr anchor="b"/>
          <a:lstStyle>
            <a:lvl1pPr algn="ctr">
              <a:defRPr sz="614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6050924"/>
            <a:ext cx="7019925" cy="2781450"/>
          </a:xfrm>
        </p:spPr>
        <p:txBody>
          <a:bodyPr/>
          <a:lstStyle>
            <a:lvl1pPr marL="0" indent="0" algn="ctr">
              <a:buNone/>
              <a:defRPr sz="2457"/>
            </a:lvl1pPr>
            <a:lvl2pPr marL="467990" indent="0" algn="ctr">
              <a:buNone/>
              <a:defRPr sz="2047"/>
            </a:lvl2pPr>
            <a:lvl3pPr marL="935980" indent="0" algn="ctr">
              <a:buNone/>
              <a:defRPr sz="1842"/>
            </a:lvl3pPr>
            <a:lvl4pPr marL="1403970" indent="0" algn="ctr">
              <a:buNone/>
              <a:defRPr sz="1638"/>
            </a:lvl4pPr>
            <a:lvl5pPr marL="1871960" indent="0" algn="ctr">
              <a:buNone/>
              <a:defRPr sz="1638"/>
            </a:lvl5pPr>
            <a:lvl6pPr marL="2339950" indent="0" algn="ctr">
              <a:buNone/>
              <a:defRPr sz="1638"/>
            </a:lvl6pPr>
            <a:lvl7pPr marL="2807940" indent="0" algn="ctr">
              <a:buNone/>
              <a:defRPr sz="1638"/>
            </a:lvl7pPr>
            <a:lvl8pPr marL="3275929" indent="0" algn="ctr">
              <a:buNone/>
              <a:defRPr sz="1638"/>
            </a:lvl8pPr>
            <a:lvl9pPr marL="3743919" indent="0" algn="ctr">
              <a:buNone/>
              <a:defRPr sz="1638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941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291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2872125"/>
            <a:ext cx="8072914" cy="4792202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7709663"/>
            <a:ext cx="8072914" cy="2520106"/>
          </a:xfrm>
        </p:spPr>
        <p:txBody>
          <a:bodyPr/>
          <a:lstStyle>
            <a:lvl1pPr marL="0" indent="0">
              <a:buNone/>
              <a:defRPr sz="2457">
                <a:solidFill>
                  <a:schemeClr val="tx1"/>
                </a:solidFill>
              </a:defRPr>
            </a:lvl1pPr>
            <a:lvl2pPr marL="467990" indent="0">
              <a:buNone/>
              <a:defRPr sz="2047">
                <a:solidFill>
                  <a:schemeClr val="tx1">
                    <a:tint val="75000"/>
                  </a:schemeClr>
                </a:solidFill>
              </a:defRPr>
            </a:lvl2pPr>
            <a:lvl3pPr marL="935980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3pPr>
            <a:lvl4pPr marL="140397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4pPr>
            <a:lvl5pPr marL="187196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5pPr>
            <a:lvl6pPr marL="233995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6pPr>
            <a:lvl7pPr marL="280794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7pPr>
            <a:lvl8pPr marL="327592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8pPr>
            <a:lvl9pPr marL="374391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880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3066796"/>
            <a:ext cx="3977958" cy="73096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3066796"/>
            <a:ext cx="3977958" cy="73096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442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613362"/>
            <a:ext cx="8072914" cy="222676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2824120"/>
            <a:ext cx="3959676" cy="1384058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4208178"/>
            <a:ext cx="3959676" cy="618959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2824120"/>
            <a:ext cx="3979177" cy="1384058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4208178"/>
            <a:ext cx="3979177" cy="618959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866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649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636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768032"/>
            <a:ext cx="3018811" cy="2688114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1658740"/>
            <a:ext cx="4738449" cy="8187013"/>
          </a:xfrm>
        </p:spPr>
        <p:txBody>
          <a:bodyPr/>
          <a:lstStyle>
            <a:lvl1pPr>
              <a:defRPr sz="3276"/>
            </a:lvl1pPr>
            <a:lvl2pPr>
              <a:defRPr sz="2866"/>
            </a:lvl2pPr>
            <a:lvl3pPr>
              <a:defRPr sz="2457"/>
            </a:lvl3pPr>
            <a:lvl4pPr>
              <a:defRPr sz="2047"/>
            </a:lvl4pPr>
            <a:lvl5pPr>
              <a:defRPr sz="2047"/>
            </a:lvl5pPr>
            <a:lvl6pPr>
              <a:defRPr sz="2047"/>
            </a:lvl6pPr>
            <a:lvl7pPr>
              <a:defRPr sz="2047"/>
            </a:lvl7pPr>
            <a:lvl8pPr>
              <a:defRPr sz="2047"/>
            </a:lvl8pPr>
            <a:lvl9pPr>
              <a:defRPr sz="2047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3456146"/>
            <a:ext cx="3018811" cy="6402939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299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768032"/>
            <a:ext cx="3018811" cy="2688114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1658740"/>
            <a:ext cx="4738449" cy="8187013"/>
          </a:xfrm>
        </p:spPr>
        <p:txBody>
          <a:bodyPr anchor="t"/>
          <a:lstStyle>
            <a:lvl1pPr marL="0" indent="0">
              <a:buNone/>
              <a:defRPr sz="3276"/>
            </a:lvl1pPr>
            <a:lvl2pPr marL="467990" indent="0">
              <a:buNone/>
              <a:defRPr sz="2866"/>
            </a:lvl2pPr>
            <a:lvl3pPr marL="935980" indent="0">
              <a:buNone/>
              <a:defRPr sz="2457"/>
            </a:lvl3pPr>
            <a:lvl4pPr marL="1403970" indent="0">
              <a:buNone/>
              <a:defRPr sz="2047"/>
            </a:lvl4pPr>
            <a:lvl5pPr marL="1871960" indent="0">
              <a:buNone/>
              <a:defRPr sz="2047"/>
            </a:lvl5pPr>
            <a:lvl6pPr marL="2339950" indent="0">
              <a:buNone/>
              <a:defRPr sz="2047"/>
            </a:lvl6pPr>
            <a:lvl7pPr marL="2807940" indent="0">
              <a:buNone/>
              <a:defRPr sz="2047"/>
            </a:lvl7pPr>
            <a:lvl8pPr marL="3275929" indent="0">
              <a:buNone/>
              <a:defRPr sz="2047"/>
            </a:lvl8pPr>
            <a:lvl9pPr marL="3743919" indent="0">
              <a:buNone/>
              <a:defRPr sz="204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3456146"/>
            <a:ext cx="3018811" cy="6402939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052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303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613359"/>
            <a:ext cx="2018228" cy="976308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613359"/>
            <a:ext cx="5937687" cy="976308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031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613362"/>
            <a:ext cx="8072914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3066796"/>
            <a:ext cx="8072914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10677788"/>
            <a:ext cx="210597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A0E0B-3B02-41D7-917D-018ABE4ED3B6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10677788"/>
            <a:ext cx="3158966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10677788"/>
            <a:ext cx="210597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0B318-2895-453B-A69D-C07049AAE3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370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35980" rtl="0" eaLnBrk="1" latinLnBrk="0" hangingPunct="1">
        <a:lnSpc>
          <a:spcPct val="90000"/>
        </a:lnSpc>
        <a:spcBef>
          <a:spcPct val="0"/>
        </a:spcBef>
        <a:buNone/>
        <a:defRPr sz="4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995" indent="-233995" algn="l" defTabSz="93598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2866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16997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047" kern="1200">
          <a:solidFill>
            <a:schemeClr val="tx1"/>
          </a:solidFill>
          <a:latin typeface="+mn-lt"/>
          <a:ea typeface="+mn-ea"/>
          <a:cs typeface="+mn-cs"/>
        </a:defRPr>
      </a:lvl3pPr>
      <a:lvl4pPr marL="163796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210595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57394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3041934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509924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977914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2pPr>
      <a:lvl3pPr marL="93598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3pPr>
      <a:lvl4pPr marL="140397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187196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33995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280794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275929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743919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472436" y="532195"/>
            <a:ext cx="8286554" cy="10116901"/>
            <a:chOff x="472436" y="706365"/>
            <a:chExt cx="8286554" cy="10116901"/>
          </a:xfrm>
        </p:grpSpPr>
        <p:sp>
          <p:nvSpPr>
            <p:cNvPr id="2" name="Rectángulo 1"/>
            <p:cNvSpPr/>
            <p:nvPr/>
          </p:nvSpPr>
          <p:spPr>
            <a:xfrm>
              <a:off x="1917613" y="4769286"/>
              <a:ext cx="5723671" cy="30877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 rotWithShape="1">
            <a:blip r:embed="rId2"/>
            <a:srcRect l="7915" t="66892" r="8250" b="16497"/>
            <a:stretch/>
          </p:blipFill>
          <p:spPr>
            <a:xfrm>
              <a:off x="472436" y="9067369"/>
              <a:ext cx="8286554" cy="1755897"/>
            </a:xfrm>
            <a:prstGeom prst="rect">
              <a:avLst/>
            </a:prstGeom>
          </p:spPr>
        </p:pic>
        <p:sp>
          <p:nvSpPr>
            <p:cNvPr id="22" name="CuadroTexto 21"/>
            <p:cNvSpPr txBox="1"/>
            <p:nvPr/>
          </p:nvSpPr>
          <p:spPr>
            <a:xfrm>
              <a:off x="1211873" y="3743924"/>
              <a:ext cx="70901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PROTEUS</a:t>
              </a:r>
            </a:p>
            <a:p>
              <a:pPr algn="ctr"/>
              <a:r>
                <a:rPr lang="es-MX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NUMERO OMI 9247522</a:t>
              </a:r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1730443" y="7908192"/>
              <a:ext cx="609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OFFSHORE 360 S.A. DE C.V.</a:t>
              </a:r>
            </a:p>
          </p:txBody>
        </p:sp>
        <p:pic>
          <p:nvPicPr>
            <p:cNvPr id="25" name="Imagen 24"/>
            <p:cNvPicPr>
              <a:picLocks noChangeAspect="1"/>
            </p:cNvPicPr>
            <p:nvPr/>
          </p:nvPicPr>
          <p:blipFill rotWithShape="1">
            <a:blip r:embed="rId2"/>
            <a:srcRect l="7915" t="69799" r="8250" b="16497"/>
            <a:stretch/>
          </p:blipFill>
          <p:spPr>
            <a:xfrm rot="10800000">
              <a:off x="472436" y="706365"/>
              <a:ext cx="8286554" cy="1665230"/>
            </a:xfrm>
            <a:prstGeom prst="rect">
              <a:avLst/>
            </a:prstGeom>
          </p:spPr>
        </p:pic>
        <p:pic>
          <p:nvPicPr>
            <p:cNvPr id="26" name="Imagen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873" y="2260342"/>
              <a:ext cx="1640214" cy="1005034"/>
            </a:xfrm>
            <a:prstGeom prst="rect">
              <a:avLst/>
            </a:prstGeom>
          </p:spPr>
        </p:pic>
        <p:sp>
          <p:nvSpPr>
            <p:cNvPr id="20" name="CuadroTexto 19"/>
            <p:cNvSpPr txBox="1"/>
            <p:nvPr/>
          </p:nvSpPr>
          <p:spPr>
            <a:xfrm>
              <a:off x="3995007" y="2316087"/>
              <a:ext cx="43070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MX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VERIFICACION INICIAL</a:t>
              </a:r>
            </a:p>
          </p:txBody>
        </p:sp>
      </p:grpSp>
      <p:sp>
        <p:nvSpPr>
          <p:cNvPr id="11" name="CuadroTexto 10"/>
          <p:cNvSpPr txBox="1"/>
          <p:nvPr/>
        </p:nvSpPr>
        <p:spPr>
          <a:xfrm>
            <a:off x="4288221" y="8664539"/>
            <a:ext cx="4470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LUGAR DE LA EMBARCACIÓN: Sonda de Campeche (Área de Plataformas)</a:t>
            </a:r>
          </a:p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FECHA: 14/01/2026</a:t>
            </a:r>
          </a:p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No. DE OFICIO: 16960/25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96C643-D002-16E7-17FB-BC47EF495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614" y="4575042"/>
            <a:ext cx="5723670" cy="3087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379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336548" y="402441"/>
            <a:ext cx="8590884" cy="10739208"/>
            <a:chOff x="336548" y="402441"/>
            <a:chExt cx="8590884" cy="10739208"/>
          </a:xfrm>
        </p:grpSpPr>
        <p:pic>
          <p:nvPicPr>
            <p:cNvPr id="13" name="Imagen 12"/>
            <p:cNvPicPr>
              <a:picLocks noChangeAspect="1"/>
            </p:cNvPicPr>
            <p:nvPr/>
          </p:nvPicPr>
          <p:blipFill rotWithShape="1">
            <a:blip r:embed="rId2"/>
            <a:srcRect l="11337" t="42111" r="8182" b="22535"/>
            <a:stretch/>
          </p:blipFill>
          <p:spPr>
            <a:xfrm>
              <a:off x="336548" y="5320026"/>
              <a:ext cx="8590884" cy="5821623"/>
            </a:xfrm>
            <a:prstGeom prst="rect">
              <a:avLst/>
            </a:prstGeom>
          </p:spPr>
        </p:pic>
        <p:pic>
          <p:nvPicPr>
            <p:cNvPr id="27" name="Imagen 26"/>
            <p:cNvPicPr>
              <a:picLocks noChangeAspect="1"/>
            </p:cNvPicPr>
            <p:nvPr/>
          </p:nvPicPr>
          <p:blipFill rotWithShape="1">
            <a:blip r:embed="rId3"/>
            <a:srcRect l="7915" t="69799" r="8250" b="16497"/>
            <a:stretch/>
          </p:blipFill>
          <p:spPr>
            <a:xfrm rot="10800000">
              <a:off x="336548" y="402441"/>
              <a:ext cx="8590884" cy="2208064"/>
            </a:xfrm>
            <a:prstGeom prst="rect">
              <a:avLst/>
            </a:prstGeom>
          </p:spPr>
        </p:pic>
        <p:pic>
          <p:nvPicPr>
            <p:cNvPr id="28" name="Imagen 27"/>
            <p:cNvPicPr>
              <a:picLocks noChangeAspect="1"/>
            </p:cNvPicPr>
            <p:nvPr/>
          </p:nvPicPr>
          <p:blipFill rotWithShape="1">
            <a:blip r:embed="rId2"/>
            <a:srcRect l="11337" t="25080" r="8182" b="57624"/>
            <a:stretch/>
          </p:blipFill>
          <p:spPr>
            <a:xfrm>
              <a:off x="1046579" y="2345811"/>
              <a:ext cx="7170821" cy="2191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9445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548</TotalTime>
  <Words>39</Words>
  <Application>Microsoft Office PowerPoint</Application>
  <PresentationFormat>Personalizado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DELL</dc:creator>
  <cp:lastModifiedBy>MARITIME PROTECTION</cp:lastModifiedBy>
  <cp:revision>42</cp:revision>
  <cp:lastPrinted>2026-01-14T20:12:05Z</cp:lastPrinted>
  <dcterms:created xsi:type="dcterms:W3CDTF">2020-06-01T18:41:41Z</dcterms:created>
  <dcterms:modified xsi:type="dcterms:W3CDTF">2026-01-14T20:37:13Z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2023-06-28T21:17:47Z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51ed0764-0d29-422d-86be-fc692367b5b5</vt:lpwstr>
  </property>
  <property fmtid="{D5CDD505-2E9C-101B-9397-08002B2CF9AE}" pid="7" name="MSIP_Label_defa4170-0d19-0005-0004-bc88714345d2_ActionId">
    <vt:lpwstr>bae5d1b1-074f-4da9-9c09-b7186275d9c9</vt:lpwstr>
  </property>
  <property fmtid="{D5CDD505-2E9C-101B-9397-08002B2CF9AE}" pid="8" name="MSIP_Label_defa4170-0d19-0005-0004-bc88714345d2_ContentBits">
    <vt:lpwstr>0</vt:lpwstr>
  </property>
</Properties>
</file>